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25"/>
  </p:notesMasterIdLst>
  <p:sldIdLst>
    <p:sldId id="408" r:id="rId3"/>
    <p:sldId id="419" r:id="rId4"/>
    <p:sldId id="409" r:id="rId5"/>
    <p:sldId id="417" r:id="rId6"/>
    <p:sldId id="412" r:id="rId7"/>
    <p:sldId id="410" r:id="rId8"/>
    <p:sldId id="411" r:id="rId9"/>
    <p:sldId id="418" r:id="rId10"/>
    <p:sldId id="416" r:id="rId11"/>
    <p:sldId id="420" r:id="rId12"/>
    <p:sldId id="414" r:id="rId13"/>
    <p:sldId id="413" r:id="rId14"/>
    <p:sldId id="415" r:id="rId15"/>
    <p:sldId id="421" r:id="rId16"/>
    <p:sldId id="422" r:id="rId17"/>
    <p:sldId id="425" r:id="rId18"/>
    <p:sldId id="426" r:id="rId19"/>
    <p:sldId id="427" r:id="rId20"/>
    <p:sldId id="428" r:id="rId21"/>
    <p:sldId id="570" r:id="rId22"/>
    <p:sldId id="571" r:id="rId23"/>
    <p:sldId id="407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D7"/>
    <a:srgbClr val="FD9B93"/>
    <a:srgbClr val="BE8C41"/>
    <a:srgbClr val="588937"/>
    <a:srgbClr val="34599C"/>
    <a:srgbClr val="6308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5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543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4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user3081kW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9836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227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773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722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6303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8328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264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044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984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684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2219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1147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2525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5071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863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7800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8758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5913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7478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8862-0084-7EE2-B875-06414EF8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ademic performance and personalizsed instruction about your mentee to the parents.">
            <a:extLst>
              <a:ext uri="{FF2B5EF4-FFF2-40B4-BE49-F238E27FC236}">
                <a16:creationId xmlns:a16="http://schemas.microsoft.com/office/drawing/2014/main" id="{8FB05BB5-FF0A-093B-0D60-D4C00A44AC1F}"/>
              </a:ext>
            </a:extLst>
          </p:cNvPr>
          <p:cNvSpPr/>
          <p:nvPr/>
        </p:nvSpPr>
        <p:spPr>
          <a:xfrm>
            <a:off x="465219" y="1405449"/>
            <a:ext cx="3564213" cy="47630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85B9C-D620-B59A-429D-2264405E4F70}"/>
              </a:ext>
            </a:extLst>
          </p:cNvPr>
          <p:cNvSpPr txBox="1"/>
          <p:nvPr/>
        </p:nvSpPr>
        <p:spPr>
          <a:xfrm>
            <a:off x="465219" y="1405449"/>
            <a:ext cx="3564213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Name: </a:t>
            </a: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Doradla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</a:t>
            </a: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Manobhiram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Register No: 192311260 / CSE-B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No. of Core Completed (out of 30): 9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No. of Elective Completed (out of 8): 0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No. of withheld Courses: 3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No. of Arrears: 2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Total Credits Earned: 36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CGPA: 7.71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19F421-CFEF-CD55-BA5E-B0956E35BD42}"/>
              </a:ext>
            </a:extLst>
          </p:cNvPr>
          <p:cNvGraphicFramePr>
            <a:graphicFrameLocks noGrp="1"/>
          </p:cNvGraphicFramePr>
          <p:nvPr/>
        </p:nvGraphicFramePr>
        <p:xfrm>
          <a:off x="4176218" y="1409741"/>
          <a:ext cx="7598924" cy="46154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10892">
                  <a:extLst>
                    <a:ext uri="{9D8B030D-6E8A-4147-A177-3AD203B41FA5}">
                      <a16:colId xmlns:a16="http://schemas.microsoft.com/office/drawing/2014/main" val="2376172239"/>
                    </a:ext>
                  </a:extLst>
                </a:gridCol>
                <a:gridCol w="1656903">
                  <a:extLst>
                    <a:ext uri="{9D8B030D-6E8A-4147-A177-3AD203B41FA5}">
                      <a16:colId xmlns:a16="http://schemas.microsoft.com/office/drawing/2014/main" val="3616716913"/>
                    </a:ext>
                  </a:extLst>
                </a:gridCol>
                <a:gridCol w="1889189">
                  <a:extLst>
                    <a:ext uri="{9D8B030D-6E8A-4147-A177-3AD203B41FA5}">
                      <a16:colId xmlns:a16="http://schemas.microsoft.com/office/drawing/2014/main" val="3150402013"/>
                    </a:ext>
                  </a:extLst>
                </a:gridCol>
                <a:gridCol w="1741940">
                  <a:extLst>
                    <a:ext uri="{9D8B030D-6E8A-4147-A177-3AD203B41FA5}">
                      <a16:colId xmlns:a16="http://schemas.microsoft.com/office/drawing/2014/main" val="353626606"/>
                    </a:ext>
                  </a:extLst>
                </a:gridCol>
              </a:tblGrid>
              <a:tr h="68957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Slot B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000" dirty="0"/>
                        <a:t>Total </a:t>
                      </a:r>
                    </a:p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000" dirty="0"/>
                        <a:t>Marks</a:t>
                      </a:r>
                      <a:endParaRPr lang="en-IN" sz="2000" b="1" dirty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Marks </a:t>
                      </a:r>
                    </a:p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Obtained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Class Average 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623959"/>
                  </a:ext>
                </a:extLst>
              </a:tr>
              <a:tr h="628078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Model Exam A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72.8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368120"/>
                  </a:ext>
                </a:extLst>
              </a:tr>
              <a:tr h="628078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Test 1 ( B Slot)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65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71.4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817430"/>
                  </a:ext>
                </a:extLst>
              </a:tr>
              <a:tr h="628078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Test 2 ( B Slot)</a:t>
                      </a:r>
                      <a:endParaRPr kumimoji="0" lang="en-IN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cs typeface="Arial"/>
                        <a:sym typeface="Helvetica Neu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74.5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828203"/>
                  </a:ext>
                </a:extLst>
              </a:tr>
              <a:tr h="628078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Test 3 ( B Slot)</a:t>
                      </a:r>
                      <a:endParaRPr kumimoji="0" lang="en-IN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cs typeface="Arial"/>
                        <a:sym typeface="Helvetica Neu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75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70.7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26723"/>
                  </a:ext>
                </a:extLst>
              </a:tr>
              <a:tr h="689573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Test 4 ( B Slot)</a:t>
                      </a:r>
                    </a:p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cs typeface="Arial"/>
                        <a:sym typeface="Helvetica Neu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60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71.4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692339"/>
                  </a:ext>
                </a:extLst>
              </a:tr>
              <a:tr h="689573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Helvetica Neue"/>
                        </a:rPr>
                        <a:t>Test 5 ( B Slot)</a:t>
                      </a:r>
                    </a:p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N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cs typeface="Arial"/>
                        <a:sym typeface="Helvetica Neu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Univ Exam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1329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F063556-6970-746A-4B63-4B4BBD2BB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7" t="12144"/>
          <a:stretch/>
        </p:blipFill>
        <p:spPr>
          <a:xfrm>
            <a:off x="724876" y="4043159"/>
            <a:ext cx="3044897" cy="211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722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A24B-5C81-EB63-C756-2E590F65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9061103-CA57-8BA1-22BF-A066B5AC21D3}"/>
              </a:ext>
            </a:extLst>
          </p:cNvPr>
          <p:cNvSpPr/>
          <p:nvPr/>
        </p:nvSpPr>
        <p:spPr>
          <a:xfrm>
            <a:off x="10231" y="1098838"/>
            <a:ext cx="12182820" cy="4889007"/>
          </a:xfrm>
          <a:custGeom>
            <a:avLst/>
            <a:gdLst/>
            <a:ahLst/>
            <a:cxnLst/>
            <a:rect l="l" t="t" r="r" b="b"/>
            <a:pathLst>
              <a:path w="12277090" h="5168265">
                <a:moveTo>
                  <a:pt x="12276582" y="0"/>
                </a:moveTo>
                <a:lnTo>
                  <a:pt x="0" y="0"/>
                </a:lnTo>
                <a:lnTo>
                  <a:pt x="0" y="5167884"/>
                </a:lnTo>
                <a:lnTo>
                  <a:pt x="12276582" y="5167884"/>
                </a:lnTo>
                <a:lnTo>
                  <a:pt x="1227658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91D2EBE-2DC8-5AAA-D91B-A4199DEAC317}"/>
              </a:ext>
            </a:extLst>
          </p:cNvPr>
          <p:cNvSpPr txBox="1"/>
          <p:nvPr/>
        </p:nvSpPr>
        <p:spPr>
          <a:xfrm>
            <a:off x="184156" y="1159904"/>
            <a:ext cx="11823687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9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Dear Parent,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99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Son, Mr. D.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Manobhiram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 instructed to participate in international/national workshops/conferences. He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was also advised to register for any online certificate courses and NPTEL courses to enhance her skill sets. He is interested in developing mobile applications and to play online games.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9900" algn="l"/>
              </a:tabLst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 leetcode link is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ogle Sans"/>
                <a:cs typeface="Arial"/>
                <a:hlinkClick r:id="rId2"/>
              </a:rPr>
              <a:t>https://leetcode.com/user3081kW/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ogle Sans"/>
                <a:cs typeface="Arial"/>
              </a:rPr>
              <a:t>.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So far, he has completed 95 programs, and his present rank is 943030. He has to undergone internship to improve his industry experience with a minimum duration of 3 months, which is essential to complete his degree and to submit the Graduate Record Book (GRB). He was advised to take up English certificate courses. </a:t>
            </a:r>
            <a:endParaRPr kumimoji="0" lang="en-US" sz="1800" b="1" i="0" u="none" strike="noStrike" kern="1200" cap="none" spc="-5" normalizeH="0" baseline="0" noProof="0" dirty="0">
              <a:ln>
                <a:noFill/>
              </a:ln>
              <a:solidFill>
                <a:srgbClr val="151515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E94A63-6C45-7489-B9AB-E40BA3B55792}"/>
              </a:ext>
            </a:extLst>
          </p:cNvPr>
          <p:cNvGraphicFramePr>
            <a:graphicFrameLocks noGrp="1"/>
          </p:cNvGraphicFramePr>
          <p:nvPr/>
        </p:nvGraphicFramePr>
        <p:xfrm>
          <a:off x="43193" y="4606720"/>
          <a:ext cx="12148807" cy="13811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14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29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/>
                        <a:t>Slot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/>
                        <a:t>Course Code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/>
                        <a:t>Course Name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/>
                        <a:t>Attendance %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/>
                        <a:t>A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CSA0443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Operating System for CPU Scheduling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cs typeface="+mj-cs"/>
                        </a:rPr>
                        <a:t>82</a:t>
                      </a:r>
                      <a:endParaRPr lang="en-IN" sz="1800" dirty="0">
                        <a:cs typeface="+mj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3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dirty="0">
                          <a:cs typeface="+mj-cs"/>
                        </a:rPr>
                        <a:t>B</a:t>
                      </a:r>
                      <a:endParaRPr lang="en-IN" sz="1800" dirty="0"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CSA0956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Programming in JAVA for Multithreading and Concurrency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cs typeface="+mj-cs"/>
                        </a:rPr>
                        <a:t>83</a:t>
                      </a:r>
                      <a:endParaRPr lang="en-IN" sz="1800" dirty="0">
                        <a:cs typeface="+mj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41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18271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Academic performance and personalizsed instruction about your mentee to the parents.">
            <a:extLst>
              <a:ext uri="{FF2B5EF4-FFF2-40B4-BE49-F238E27FC236}">
                <a16:creationId xmlns:a16="http://schemas.microsoft.com/office/drawing/2014/main" id="{464E7477-ED03-025C-3DD2-AE6D9F8BD06B}"/>
              </a:ext>
            </a:extLst>
          </p:cNvPr>
          <p:cNvSpPr/>
          <p:nvPr/>
        </p:nvSpPr>
        <p:spPr>
          <a:xfrm>
            <a:off x="1280942" y="1490582"/>
            <a:ext cx="4697831" cy="9438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p159="http://schemas.microsoft.com/office/powerpoint/2015/09/main" xmlns:p15="http://schemas.microsoft.com/office/powerpoint/2012/main" xmlns:p14="http://schemas.microsoft.com/office/powerpoint/2010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endParaRPr lang="en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D3EBD-08BD-99BA-39E6-2973CA290660}"/>
              </a:ext>
            </a:extLst>
          </p:cNvPr>
          <p:cNvSpPr txBox="1"/>
          <p:nvPr/>
        </p:nvSpPr>
        <p:spPr>
          <a:xfrm>
            <a:off x="1503127" y="1695302"/>
            <a:ext cx="4229463" cy="47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2500" b="1" dirty="0">
                <a:solidFill>
                  <a:srgbClr val="000000"/>
                </a:solidFill>
                <a:latin typeface="Myriad Pro" panose="020B0503030403020204" pitchFamily="34" charset="0"/>
              </a:rPr>
              <a:t>MENTEE RESPONSE</a:t>
            </a:r>
          </a:p>
        </p:txBody>
      </p:sp>
      <p:sp>
        <p:nvSpPr>
          <p:cNvPr id="6" name="Academic performance and personalizsed instruction about your mentee to the parents.">
            <a:extLst>
              <a:ext uri="{FF2B5EF4-FFF2-40B4-BE49-F238E27FC236}">
                <a16:creationId xmlns:a16="http://schemas.microsoft.com/office/drawing/2014/main" id="{464E7477-ED03-025C-3DD2-AE6D9F8BD06B}"/>
              </a:ext>
            </a:extLst>
          </p:cNvPr>
          <p:cNvSpPr/>
          <p:nvPr/>
        </p:nvSpPr>
        <p:spPr>
          <a:xfrm>
            <a:off x="1280942" y="2486834"/>
            <a:ext cx="4697831" cy="3509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p159="http://schemas.microsoft.com/office/powerpoint/2015/09/main" xmlns:p15="http://schemas.microsoft.com/office/powerpoint/2012/main" xmlns:p14="http://schemas.microsoft.com/office/powerpoint/2010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lang="en-US" sz="2000" b="1">
                <a:solidFill>
                  <a:schemeClr val="bg2">
                    <a:lumMod val="10000"/>
                  </a:schemeClr>
                </a:solidFill>
              </a:rPr>
              <a:t>text</a:t>
            </a:r>
          </a:p>
        </p:txBody>
      </p:sp>
      <p:sp>
        <p:nvSpPr>
          <p:cNvPr id="8" name="Academic performance and personalizsed instruction about your mentee to the parents.">
            <a:extLst>
              <a:ext uri="{FF2B5EF4-FFF2-40B4-BE49-F238E27FC236}">
                <a16:creationId xmlns:a16="http://schemas.microsoft.com/office/drawing/2014/main" id="{464E7477-ED03-025C-3DD2-AE6D9F8BD06B}"/>
              </a:ext>
            </a:extLst>
          </p:cNvPr>
          <p:cNvSpPr/>
          <p:nvPr/>
        </p:nvSpPr>
        <p:spPr>
          <a:xfrm>
            <a:off x="6413808" y="2486833"/>
            <a:ext cx="4697831" cy="3509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p159="http://schemas.microsoft.com/office/powerpoint/2015/09/main" xmlns:p15="http://schemas.microsoft.com/office/powerpoint/2012/main" xmlns:p14="http://schemas.microsoft.com/office/powerpoint/2010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lang="en-US" sz="2000" b="1">
                <a:solidFill>
                  <a:schemeClr val="bg2">
                    <a:lumMod val="10000"/>
                  </a:schemeClr>
                </a:solidFill>
              </a:rPr>
              <a:t>text</a:t>
            </a:r>
          </a:p>
        </p:txBody>
      </p:sp>
      <p:sp>
        <p:nvSpPr>
          <p:cNvPr id="11" name="Academic performance and personalizsed instruction about your mentee to the parents.">
            <a:extLst>
              <a:ext uri="{FF2B5EF4-FFF2-40B4-BE49-F238E27FC236}">
                <a16:creationId xmlns:a16="http://schemas.microsoft.com/office/drawing/2014/main" id="{464E7477-ED03-025C-3DD2-AE6D9F8BD06B}"/>
              </a:ext>
            </a:extLst>
          </p:cNvPr>
          <p:cNvSpPr/>
          <p:nvPr/>
        </p:nvSpPr>
        <p:spPr>
          <a:xfrm>
            <a:off x="6413808" y="1490582"/>
            <a:ext cx="4697831" cy="9438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xmlns:p159="http://schemas.microsoft.com/office/powerpoint/2015/09/main" xmlns:p15="http://schemas.microsoft.com/office/powerpoint/2012/main" xmlns:p14="http://schemas.microsoft.com/office/powerpoint/2010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endParaRPr lang="en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6D3EBD-08BD-99BA-39E6-2973CA290660}"/>
              </a:ext>
            </a:extLst>
          </p:cNvPr>
          <p:cNvSpPr txBox="1"/>
          <p:nvPr/>
        </p:nvSpPr>
        <p:spPr>
          <a:xfrm>
            <a:off x="6635993" y="1695302"/>
            <a:ext cx="4229463" cy="477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2500" b="1">
                <a:solidFill>
                  <a:srgbClr val="000000"/>
                </a:solidFill>
                <a:latin typeface="Myriad Pro" panose="020B0503030403020204" pitchFamily="34" charset="0"/>
              </a:rPr>
              <a:t>PARENT’S RESPONSE</a:t>
            </a:r>
          </a:p>
        </p:txBody>
      </p:sp>
    </p:spTree>
    <p:extLst>
      <p:ext uri="{BB962C8B-B14F-4D97-AF65-F5344CB8AC3E}">
        <p14:creationId xmlns:p14="http://schemas.microsoft.com/office/powerpoint/2010/main" val="98226418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9092</TotalTime>
  <Words>275</Words>
  <Application>Microsoft Office PowerPoint</Application>
  <PresentationFormat>Widescreen</PresentationFormat>
  <Paragraphs>57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Google Sans</vt:lpstr>
      <vt:lpstr>Helvetica Neue</vt:lpstr>
      <vt:lpstr>Helvetica Neue Medium</vt:lpstr>
      <vt:lpstr>Myriad Pro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Welcome</dc:creator>
  <cp:lastModifiedBy>N Senthilkumar</cp:lastModifiedBy>
  <cp:revision>1536</cp:revision>
  <dcterms:created xsi:type="dcterms:W3CDTF">2022-05-05T06:13:00Z</dcterms:created>
  <dcterms:modified xsi:type="dcterms:W3CDTF">2025-01-06T06:24:07Z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BB3DB0895B264D8C8778C9F6A569D822</vt:lpwstr>
  </property>
  <property fmtid="{D5CDD505-2E9C-101B-9397-08002B2CF9AE}" pid="3" name="KSOProductBuildVer">
    <vt:lpwstr>1033-11.2.0.11128</vt:lpwstr>
  </property>
  <property fmtid="{D5CDD505-2E9C-101B-9397-08002B2CF9AE}" pid="4" name="NXPowerLiteLastOptimized">
    <vt:lpwstr>1595481</vt:lpwstr>
  </property>
  <property fmtid="{D5CDD505-2E9C-101B-9397-08002B2CF9AE}" pid="5" name="NXPowerLiteSettings">
    <vt:lpwstr>F7000400038000</vt:lpwstr>
  </property>
  <property fmtid="{D5CDD505-2E9C-101B-9397-08002B2CF9AE}" pid="6" name="NXPowerLiteVersion">
    <vt:lpwstr>S10.3.1</vt:lpwstr>
  </property>
</Properties>
</file>